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931920"/>
            <a:ext cx="4114800" cy="41148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出门管家机器人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8E0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说一句话，备好出门行囊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5486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AIY Hackathon 2026  ·  深圳开鸿数字产业发展有限公司赛道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出门，总在忘东西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为谁而做 · 解决什么问题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34290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011680"/>
            <a:ext cx="3429000" cy="1097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3774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赶时间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05840" y="32918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临出门才发现忘带钥匙、工卡，折返浪费时间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26280" y="2011680"/>
            <a:ext cx="34290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2011680"/>
            <a:ext cx="3429000" cy="1097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23774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靠记忆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800600" y="32918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不同场景要带的东西不同，全靠脑子记，容易漏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321040" y="2011680"/>
            <a:ext cx="34290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21040" y="2011680"/>
            <a:ext cx="3429000" cy="1097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8595360" y="23774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没帮手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595360" y="32918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独居无人提醒，出门总不放心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目标用户：每天通勤上班/上学、独居、常忘带物品的人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出门管家机器人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用于什么场景 · 怎么解决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5486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放置在门口的智能机器人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出门前对它说一句话，例如「我要去运动」，机器人就会：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理解你要去哪、做什么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自动导航到物品存放点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用相机识别物品，机械臂抓取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把东西放进门口的包里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语音告诉你「已备好水杯和毛巾」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766560" y="2011680"/>
            <a:ext cx="45720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766560" y="2011680"/>
            <a:ext cx="109728" cy="1143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0" y="21488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0" y="2148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 水杯 + 毛巾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766560" y="3383280"/>
            <a:ext cx="45720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766560" y="3383280"/>
            <a:ext cx="109728" cy="1143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0" y="3520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开会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686800" y="35204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 车钥匙 + 工卡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766560" y="4754880"/>
            <a:ext cx="45720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766560" y="4754880"/>
            <a:ext cx="109728" cy="1143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48920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上课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686800" y="48920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 课本 + 笔袋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个 Dora 节点 · 数据流驱动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834640"/>
            <a:ext cx="1554480" cy="8229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8346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语音输入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68880" y="2834640"/>
            <a:ext cx="155448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28346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M-Claw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834640"/>
            <a:ext cx="173736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80560" y="28346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任务调度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(状态机)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49440" y="1737360"/>
            <a:ext cx="1554480" cy="731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49440" y="17373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导航控制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49440" y="2834640"/>
            <a:ext cx="1554480" cy="731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49440" y="28346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相机感知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49440" y="3931920"/>
            <a:ext cx="1554480" cy="731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49440" y="39319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机械臂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52560" y="2834640"/>
            <a:ext cx="1554480" cy="822960"/>
          </a:xfrm>
          <a:prstGeom prst="rect">
            <a:avLst/>
          </a:prstGeom>
          <a:solidFill>
            <a:srgbClr val="14B8A6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052560" y="28346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011680" y="3246120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23360" y="3246120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3154680"/>
            <a:ext cx="731520" cy="-10515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3246120"/>
            <a:ext cx="731520" cy="-457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3337560"/>
            <a:ext cx="731520" cy="9601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0" y="2103120"/>
            <a:ext cx="548640" cy="10515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03920" y="3200400"/>
            <a:ext cx="548640" cy="457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03920" y="4297680"/>
            <a:ext cx="548640" cy="-9601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881360" y="28346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607040" y="324612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760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M-Robots OS 的 Dora 数据流框架，节点间通过 dataflow.yml 连接，数据以 Apache Arrow 零拷贝传递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M-Robots OS 能力结合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评分占比最高 25 分 · 必冲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521208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920240"/>
            <a:ext cx="521208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M-Claw 智能体运行时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265176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理解自然语言指令（「我要去运动」）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拆解为可执行步骤（导航→识别→抓取）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生成物品清单与执行策略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异常判断（物品未找到）并给出建议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反馈执行结果解释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521208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920240"/>
            <a:ext cx="521208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9202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分布式软总线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92240" y="265176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开发板（决策大脑）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机器人本体（底盘+机械臂）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深度相机（感知端）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设备发现、状态同步、指令流转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多终端协同形成统一任务系统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现场演示流程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→ AI处理 → 输出 完整闭环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34290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33172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91640" y="2331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语音输入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30632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用户说「我要去运动」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26280" y="2103120"/>
            <a:ext cx="34290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233172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86400" y="2331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M-Claw 理解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00600" y="30632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识别意图，生成物品清单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321040" y="2103120"/>
            <a:ext cx="34290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03920" y="233172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281160" y="2331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导航移动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95360" y="30632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机器人驶向水杯存放点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34290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" y="434340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691640" y="4343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相机识别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5840" y="50749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深度相机确认水杯在位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26280" y="4114800"/>
            <a:ext cx="34290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434340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5486400" y="4343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机械臂抓取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800600" y="50749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抓取水杯放入门口包中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321040" y="4114800"/>
            <a:ext cx="34290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503920" y="434340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9281160" y="4343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语音反馈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595360" y="50749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「已备好水杯和毛巾」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技术亮点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务实 · 可演示 · 可扩展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14B8A6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9202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 MVP 设计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120640" y="192024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Layer 0 全链路 mock 保底可演示 → Layer 1 逐个接入真实 API → Layer 2 软总线协同冲分。任何时刻都有可演示的东西。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063240"/>
            <a:ext cx="457200" cy="457200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3063240"/>
            <a:ext cx="457200" cy="457200"/>
          </a:xfrm>
          <a:prstGeom prst="ellipse">
            <a:avLst/>
          </a:prstGeom>
          <a:solidFill>
            <a:srgbClr val="14B8A6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2971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API 都有降级方案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20640" y="297180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M-Claw/软总线/ASR/相机/机械臂 API 均未知，每个都准备 fallback，确保部分不可用也能演示完整流程。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4114800"/>
            <a:ext cx="457200" cy="457200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4114800"/>
            <a:ext cx="457200" cy="457200"/>
          </a:xfrm>
          <a:prstGeom prst="ellipse">
            <a:avLst/>
          </a:prstGeom>
          <a:solidFill>
            <a:srgbClr val="14B8A6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40233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状态机调度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120640" y="402336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task_scheduler 节点维护「导航→识别→抓取」串行状态机，流程可控、易调试、单节点崩溃不影响全局。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5166360"/>
            <a:ext cx="457200" cy="457200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5166360"/>
            <a:ext cx="457200" cy="457200"/>
          </a:xfrm>
          <a:prstGeom prst="ellipse">
            <a:avLst/>
          </a:prstGeom>
          <a:solidFill>
            <a:srgbClr val="14B8A6">
              <a:alpha val="7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50749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Dora 数据流热重载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120640" y="507492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 dataflow.yml 无需重启，现场快速迭代；一条命令启动全部 7 个节点。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让机器人，做你的出门管家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8E0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一句话唤醒 · 自主导航 · 智能抓取 · 贴心反馈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4206240"/>
            <a:ext cx="3429000" cy="1828800"/>
          </a:xfrm>
          <a:prstGeom prst="rect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3891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场景价值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50292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6E8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解决日常忘带物品的真实痛点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26280" y="4206240"/>
            <a:ext cx="3429000" cy="1828800"/>
          </a:xfrm>
          <a:prstGeom prst="rect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43891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能力结合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800600" y="50292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6E8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深度使用 M-Claw + 分布式软总线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321040" y="4206240"/>
            <a:ext cx="3429000" cy="1828800"/>
          </a:xfrm>
          <a:prstGeom prst="rect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43891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可扩展性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595360" y="50292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6E8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场景配置化，轻松扩展更多出行场景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AIY Hackathon 2026 · 出门管家机器人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出门管家机器人</dc:title>
  <dc:subject>PptxGenJS Presentation</dc:subject>
  <dc:creator>AIY Hackathon Team</dc:creator>
  <cp:lastModifiedBy>AIY Hackathon Team</cp:lastModifiedBy>
  <cp:revision>1</cp:revision>
  <dcterms:created xsi:type="dcterms:W3CDTF">2026-07-30T06:58:34Z</dcterms:created>
  <dcterms:modified xsi:type="dcterms:W3CDTF">2026-07-30T06:58:34Z</dcterms:modified>
</cp:coreProperties>
</file>